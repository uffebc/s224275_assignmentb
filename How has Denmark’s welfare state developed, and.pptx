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798F-7F62-CDC3-3C24-0630E41C3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5E9E4-1411-662E-B0B9-0065A2527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A2DC-E14D-E5FA-EFC5-4E1944C88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F0D08-0E6E-BA94-6217-C71E03B1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D8225-0CFC-DBD0-B9AF-43A21C99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E2C9-D54B-C0DD-0F24-39BD6457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15C8-E14C-2107-828D-1FA8D8F47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5A8FA-03CA-8372-6891-10BD07B1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4B395-893F-AD7B-918D-6E230BFFA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27951-07CB-55C4-BBD3-2A7C6BF1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6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A5D7-F505-F89D-AB8E-04099BCDB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B4DEC-75AD-BC0C-D967-10912118C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908AA-3748-5F59-B25C-69A3CAE8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994AD-A9EE-00CA-7B97-7AFBF5F3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D8E71-79C6-FB43-D477-59EF94E5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2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23A4-DE3C-3D1A-EC3B-25D36EAD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44B2D-0D92-797F-2BA4-C026C2A80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CDCE8-69D8-D3F8-C108-967A3C9B9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DEA85-8884-F8E4-7162-107AFB95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EA2BB-83B7-62D6-9C01-97DD56FC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50F81-201A-D131-4D39-AFE2A8E5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5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45D2-4277-93D7-9ED3-203BC89D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EEDC5-6458-D0AB-AFF5-BDC51A5D5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F72A9-71E3-88EF-4223-7C5A032E3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3DF94-6CC0-D595-12D3-21FF11B8E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0C412-70CD-6A9D-6D24-2BF37494E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07C69-78D4-8133-BB36-889F746D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0910C-029E-CC38-597A-FD4EC101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445FA-55FE-4569-8F45-7FA61675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1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4555-0296-A964-5F0D-C383D704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9A111-28E2-F2B0-E71E-D9C243FC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5C397-37CC-1488-FCAD-83F611A8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BC0AD-6058-F154-8908-3F3B7868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1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BE6CA-74B0-31EF-D56A-32629B08D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44CC8-442D-AE7B-15FD-71DA5352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66839-7116-4C91-BFB7-47DFD157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5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344D-DDFE-7931-88D0-FC4DA4CC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4F7F2-64C8-C920-CB36-1760B03E8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07E3D-B05F-ECDD-9159-AF2744EF9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2808E-9D29-E799-2794-1196EEE4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52F3C-E180-0885-0068-58C3431D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78DA-366A-BF95-7C34-FD9806FA3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20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AA67-34DB-9AB1-E736-672CAF77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26DBD-72BD-85EC-A0DD-065C77585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AB3C4-C962-5967-054E-9322E02CA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63791-A4BE-FA54-F158-B1446880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33F27-6DA1-7D4D-F9D0-8C9A77EA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D9774-831B-CDCF-04F1-C070C1AA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2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02C2-EE41-52FC-EF57-C93F920C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7FDFC-C5D3-CA8E-1F08-70F20ECE7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755F8-22E2-F2A9-6D75-C2A038D2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FA141-23CE-9CC8-8AD8-2F731BDD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48E8B-0B62-A896-6C25-2A30E447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3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4F31E4-06D4-4653-C0D0-61F5666A9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09A04-8CB4-D990-8006-E08E407E4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D7723-C948-C5A2-3C86-C90FA124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BA9C1-B085-5D18-07E6-F89979E6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D5063-FB76-19F5-C990-F47E4359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6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AD8AF5-9FD3-B3F5-96A5-14B0A8A5E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1677C-C68D-3CCF-DB72-C177EAF64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F9179-62EA-782A-4165-C1092A3CA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3C10C-D3BA-4251-80F2-1D15D8A1F6F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CD0AC-7416-D4DA-4991-08C69DDE3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6204C-458B-5C38-48F6-71CD3D0ED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C9324-3344-4E95-AFB0-E93E84954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7105-9551-FFDB-BF46-55C22CD3F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How has Denmark’s welfare state developed, and how does it relate to economic growth?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466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E870AF-2600-3D76-C9F0-2E72FD5CE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66" y="190477"/>
            <a:ext cx="7188273" cy="3366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9A70F3-81FC-6141-6C1E-F2BDFF35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190" y="3300707"/>
            <a:ext cx="7123279" cy="336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40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3D97F8-DCD5-80C2-589F-23479B06A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3" y="115820"/>
            <a:ext cx="7612355" cy="3573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3DFD14-CBD0-EF7C-824D-A92DA54D5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114" y="3362318"/>
            <a:ext cx="7322207" cy="34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33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16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How has Denmark’s welfare state developed, and how does it relate to economic growth?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Uffe Bach Clausen</dc:creator>
  <cp:lastModifiedBy>Uffe Bach Clausen</cp:lastModifiedBy>
  <cp:revision>1</cp:revision>
  <dcterms:created xsi:type="dcterms:W3CDTF">2026-04-28T10:44:42Z</dcterms:created>
  <dcterms:modified xsi:type="dcterms:W3CDTF">2026-04-28T19:12:01Z</dcterms:modified>
</cp:coreProperties>
</file>